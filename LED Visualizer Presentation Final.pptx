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Montserrat"/>
      <p:regular r:id="rId20"/>
      <p:bold r:id="rId21"/>
      <p:italic r:id="rId22"/>
      <p:boldItalic r:id="rId23"/>
    </p:embeddedFont>
    <p:embeddedFont>
      <p:font typeface="Lat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regular.fntdata"/><Relationship Id="rId22" Type="http://schemas.openxmlformats.org/officeDocument/2006/relationships/font" Target="fonts/Montserrat-italic.fntdata"/><Relationship Id="rId21" Type="http://schemas.openxmlformats.org/officeDocument/2006/relationships/font" Target="fonts/Montserrat-bold.fntdata"/><Relationship Id="rId24" Type="http://schemas.openxmlformats.org/officeDocument/2006/relationships/font" Target="fonts/Lato-regular.fntdata"/><Relationship Id="rId23" Type="http://schemas.openxmlformats.org/officeDocument/2006/relationships/font" Target="fonts/Montserrat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italic.fntdata"/><Relationship Id="rId25" Type="http://schemas.openxmlformats.org/officeDocument/2006/relationships/font" Target="fonts/Lato-bold.fntdata"/><Relationship Id="rId27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b074e8bb11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b074e8bb11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original goal was to have an LED strip change depending on the pitch and volume of music.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All of the LEDs would change to the same color depending on the pitch of the music.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brightness and the number of LEDs would change based on the volume of the music.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One problem with this was that music had multiple frequencies at different amounts of volume.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There was an option of using a library that incorporated Fast </a:t>
            </a:r>
            <a:r>
              <a:rPr lang="en"/>
              <a:t>Fourier</a:t>
            </a:r>
            <a:r>
              <a:rPr lang="en"/>
              <a:t> Transform and show frequencies from 1 Hz to about 5 kHz on the LED strip, but we thought it would be better and </a:t>
            </a:r>
            <a:r>
              <a:rPr lang="en"/>
              <a:t>simpler</a:t>
            </a:r>
            <a:r>
              <a:rPr lang="en"/>
              <a:t> to base the LEDs on the volume / the beats of the music.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b074e8bb11_2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b074e8bb11_2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Therefore, our revised goal was to have the number of LEDs proportional to the volume of the music and have the LED color based on where the LED was.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b074e8bb11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b074e8bb11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af51b09616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af51b09616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According to all known laws of aviation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b074e8bb11_1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b074e8bb11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b074e8bb11_1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b074e8bb11_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b074e8bb11_2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b074e8bb11_2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saw on Amazon, where the LED strip was </a:t>
            </a:r>
            <a:r>
              <a:rPr lang="en"/>
              <a:t>bought</a:t>
            </a:r>
            <a:r>
              <a:rPr lang="en"/>
              <a:t>, that the FastLED library was a good fit for the LED strip we had. So we looked at its examples and the library’s documents to see how to </a:t>
            </a:r>
            <a:r>
              <a:rPr lang="en"/>
              <a:t>incorporate</a:t>
            </a:r>
            <a:r>
              <a:rPr lang="en"/>
              <a:t> it into our code.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Later in the project, we noticed a slight lag because we were showing each LED at a time.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Therefore</a:t>
            </a:r>
            <a:r>
              <a:rPr lang="en"/>
              <a:t>, when lighting up the LEDs and turning them off, we progressively lit and unlit more LEDs at a time the farther out the LEDs were in the strip to reduce the lag. The number of LEDs lit and unlit at a time was 6, 8, and 12 as shown in the picture. 6 at the red end, 8 in the middle and 12 at the pink end.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a8310f1f43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a8310f1f4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b0ac825a78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b0ac825a78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b074e8bb11_2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b074e8bb11_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b0ac825a78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b0ac825a78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b0c71624e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b0c71624e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b0c71624e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b0c71624e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://drive.google.com/file/d/1BdCKkbK8KoW0LpCx1WK1DQ2xzYNh2Q5t/view" TargetMode="External"/><Relationship Id="rId4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://drive.google.com/file/d/1WaiTOmyGd98PTxkr2bd-lNbRZjYrkPXt/view" TargetMode="External"/><Relationship Id="rId4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://drive.google.com/file/d/1n_ZUD1I4C2TQIeIF5-1Ch3OcV-zR8F9k/view" TargetMode="External"/><Relationship Id="rId4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LED Visualizer Project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Samuel</a:t>
            </a:r>
            <a:r>
              <a:rPr lang="en"/>
              <a:t> Pack, Wade Belanger, Jordi Kloosterboer, and Colby Hatton</a:t>
            </a:r>
            <a:endParaRPr/>
          </a:p>
        </p:txBody>
      </p:sp>
      <p:pic>
        <p:nvPicPr>
          <p:cNvPr id="136" name="Google Shape;13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43262" y="2411025"/>
            <a:ext cx="1639763" cy="1425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Original Goal and Problems</a:t>
            </a:r>
            <a:endParaRPr/>
          </a:p>
        </p:txBody>
      </p:sp>
      <p:sp>
        <p:nvSpPr>
          <p:cNvPr id="142" name="Google Shape;142;p1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Pitch and Volume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All LED colors would change based on the pitch of music.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Brightness and number LEDs would change based on volume of music.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There was the complexity of having multiple frequencies at different amounts of volume.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Fast Fourier Transform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Arduino can only sample at a rate of ~10 kHz, which means a max frequency of ~5 kHz due to t</a:t>
            </a:r>
            <a:r>
              <a:rPr lang="en"/>
              <a:t>he </a:t>
            </a:r>
            <a:r>
              <a:rPr lang="en">
                <a:solidFill>
                  <a:srgbClr val="FFFFFF"/>
                </a:solidFill>
              </a:rPr>
              <a:t>Nyquist–Shannon sampling theorem.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Revised Goal</a:t>
            </a:r>
            <a:endParaRPr/>
          </a:p>
        </p:txBody>
      </p:sp>
      <p:sp>
        <p:nvSpPr>
          <p:cNvPr id="148" name="Google Shape;148;p1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Number of LEDs is proportional to the volume of the music.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LED color is based on where the LED is.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Components</a:t>
            </a:r>
            <a:endParaRPr/>
          </a:p>
        </p:txBody>
      </p:sp>
      <p:sp>
        <p:nvSpPr>
          <p:cNvPr id="154" name="Google Shape;154;p1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Arduino</a:t>
            </a:r>
            <a:r>
              <a:rPr lang="en"/>
              <a:t> Uno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WS2812B LED Strip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30 KΩ Resistor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1 KΩ Resistor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LM385N Op-Amp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Audio Splitter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External Speaker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Schematic</a:t>
            </a:r>
            <a:endParaRPr/>
          </a:p>
        </p:txBody>
      </p:sp>
      <p:sp>
        <p:nvSpPr>
          <p:cNvPr id="160" name="Google Shape;160;p1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61" name="Google Shape;161;p17"/>
          <p:cNvPicPr preferRelativeResize="0"/>
          <p:nvPr/>
        </p:nvPicPr>
        <p:blipFill rotWithShape="1">
          <a:blip r:embed="rId3">
            <a:alphaModFix/>
          </a:blip>
          <a:srcRect b="1238" l="0" r="0" t="1228"/>
          <a:stretch/>
        </p:blipFill>
        <p:spPr>
          <a:xfrm>
            <a:off x="1297501" y="1224650"/>
            <a:ext cx="6974372" cy="366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47913" y="529250"/>
            <a:ext cx="5448174" cy="408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Waveform</a:t>
            </a:r>
            <a:endParaRPr/>
          </a:p>
        </p:txBody>
      </p:sp>
      <p:pic>
        <p:nvPicPr>
          <p:cNvPr id="172" name="Google Shape;17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60825" y="1307850"/>
            <a:ext cx="6112259" cy="353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Arduino Code</a:t>
            </a:r>
            <a:endParaRPr/>
          </a:p>
        </p:txBody>
      </p:sp>
      <p:sp>
        <p:nvSpPr>
          <p:cNvPr id="178" name="Google Shape;178;p2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FastLED library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Progressive number of LEDs (</a:t>
            </a:r>
            <a:r>
              <a:rPr lang="en"/>
              <a:t>6, 8, and 12)</a:t>
            </a:r>
            <a:r>
              <a:rPr lang="en"/>
              <a:t> turning off and on.</a:t>
            </a:r>
            <a:endParaRPr/>
          </a:p>
        </p:txBody>
      </p:sp>
      <p:pic>
        <p:nvPicPr>
          <p:cNvPr id="179" name="Google Shape;17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50550" y="152400"/>
            <a:ext cx="835982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9400" y="1142114"/>
            <a:ext cx="7575927" cy="2859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22" title="IMG_4078.MO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43001" y="1"/>
            <a:ext cx="6858008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23" title="IMG_4079.MO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24" title="IMG_4076.MO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87950" y="0"/>
            <a:ext cx="685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Potential Future Developments</a:t>
            </a:r>
            <a:endParaRPr/>
          </a:p>
        </p:txBody>
      </p:sp>
      <p:sp>
        <p:nvSpPr>
          <p:cNvPr id="205" name="Google Shape;205;p25"/>
          <p:cNvSpPr txBox="1"/>
          <p:nvPr/>
        </p:nvSpPr>
        <p:spPr>
          <a:xfrm>
            <a:off x="1396375" y="1235650"/>
            <a:ext cx="6037500" cy="35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-Color changes based on frequency</a:t>
            </a:r>
            <a:endParaRPr sz="19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-User friendly packaging (Enclosure, pcb attaching to arduino uno)</a:t>
            </a:r>
            <a:endParaRPr sz="19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-Device </a:t>
            </a:r>
            <a:r>
              <a:rPr lang="en" sz="19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compatibility</a:t>
            </a:r>
            <a:endParaRPr sz="19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